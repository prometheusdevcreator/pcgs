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2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365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9264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3806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3908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571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7459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711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6426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6730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9393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1784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4EAE-78C4-45F3-83C5-DF449BFC3B16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187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44EAE-78C4-45F3-83C5-DF449BFC3B16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2B89CE-4C83-43A3-B4CF-B7CCD34B424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0873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3000">
              <a:schemeClr val="tx1">
                <a:lumMod val="75000"/>
                <a:lumOff val="25000"/>
              </a:schemeClr>
            </a:gs>
            <a:gs pos="100000">
              <a:schemeClr val="tx1">
                <a:lumMod val="95000"/>
                <a:lumOff val="5000"/>
              </a:schemeClr>
            </a:gs>
            <a:gs pos="26000">
              <a:schemeClr val="tx1">
                <a:lumMod val="85000"/>
                <a:lumOff val="15000"/>
              </a:schemeClr>
            </a:gs>
            <a:gs pos="0">
              <a:schemeClr val="bg2">
                <a:lumMod val="2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6CB7FE-0C25-715A-C5D0-89F2F2CA7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D6F987D1-46E8-6277-83AF-38BFA15CE56B}"/>
              </a:ext>
            </a:extLst>
          </p:cNvPr>
          <p:cNvCxnSpPr>
            <a:cxnSpLocks/>
          </p:cNvCxnSpPr>
          <p:nvPr/>
        </p:nvCxnSpPr>
        <p:spPr>
          <a:xfrm flipH="1">
            <a:off x="5390671" y="4954750"/>
            <a:ext cx="150244" cy="0"/>
          </a:xfrm>
          <a:prstGeom prst="line">
            <a:avLst/>
          </a:prstGeom>
          <a:ln w="3175" cmpd="sng">
            <a:gradFill flip="none" rotWithShape="1">
              <a:gsLst>
                <a:gs pos="49000">
                  <a:schemeClr val="accent1">
                    <a:lumMod val="5000"/>
                    <a:lumOff val="95000"/>
                  </a:schemeClr>
                </a:gs>
                <a:gs pos="98000">
                  <a:schemeClr val="accent5">
                    <a:lumMod val="40000"/>
                    <a:lumOff val="60000"/>
                  </a:schemeClr>
                </a:gs>
                <a:gs pos="0">
                  <a:srgbClr val="00B0F0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D8E21FA9-3A6C-38CD-97E3-A01D90BED722}"/>
              </a:ext>
            </a:extLst>
          </p:cNvPr>
          <p:cNvCxnSpPr>
            <a:cxnSpLocks/>
            <a:stCxn id="31" idx="0"/>
            <a:endCxn id="2" idx="2"/>
          </p:cNvCxnSpPr>
          <p:nvPr/>
        </p:nvCxnSpPr>
        <p:spPr>
          <a:xfrm flipV="1">
            <a:off x="6236911" y="2172288"/>
            <a:ext cx="5041" cy="255136"/>
          </a:xfrm>
          <a:prstGeom prst="line">
            <a:avLst/>
          </a:prstGeom>
          <a:ln w="12700" cmpd="sng">
            <a:solidFill>
              <a:srgbClr val="00B0F0"/>
            </a:solidFill>
            <a:prstDash val="solid"/>
          </a:ln>
          <a:effectLst>
            <a:glow rad="50800">
              <a:schemeClr val="bg1">
                <a:alpha val="34000"/>
              </a:scheme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0C540E1-9E7B-A0AE-0632-28149F9B677F}"/>
              </a:ext>
            </a:extLst>
          </p:cNvPr>
          <p:cNvSpPr txBox="1"/>
          <p:nvPr/>
        </p:nvSpPr>
        <p:spPr>
          <a:xfrm>
            <a:off x="472269" y="22405"/>
            <a:ext cx="32235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PROMETHEUS COURSE GENERATION SYSTEM 2.0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062E260-6CB7-0C4D-F2FD-F43D8285680C}"/>
              </a:ext>
            </a:extLst>
          </p:cNvPr>
          <p:cNvSpPr txBox="1"/>
          <p:nvPr/>
        </p:nvSpPr>
        <p:spPr>
          <a:xfrm>
            <a:off x="124618" y="6578595"/>
            <a:ext cx="7567772" cy="169277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OWNER: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MATTHEW DODDS     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START DATE: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24/11/25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STATUS: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DEVELOPMENT      </a:t>
            </a:r>
            <a:r>
              <a:rPr lang="en-GB" sz="5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PROGRESS:</a:t>
            </a:r>
            <a:r>
              <a:rPr lang="en-GB" sz="5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15</a:t>
            </a:r>
            <a:r>
              <a:rPr lang="en-GB" sz="500" spc="3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%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213B61-487A-F1CE-E464-2EDF8510F9AB}"/>
              </a:ext>
            </a:extLst>
          </p:cNvPr>
          <p:cNvSpPr txBox="1"/>
          <p:nvPr/>
        </p:nvSpPr>
        <p:spPr>
          <a:xfrm>
            <a:off x="10063824" y="6560055"/>
            <a:ext cx="2183513" cy="18466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r>
              <a:rPr lang="en-GB" sz="600" spc="15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APPROVED FOR USE Y/N: </a:t>
            </a:r>
            <a:r>
              <a:rPr lang="en-GB" sz="600" spc="15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6ECED2F-4F7B-85DC-E957-61932C58E9AA}"/>
              </a:ext>
            </a:extLst>
          </p:cNvPr>
          <p:cNvSpPr txBox="1"/>
          <p:nvPr/>
        </p:nvSpPr>
        <p:spPr>
          <a:xfrm>
            <a:off x="62690" y="570657"/>
            <a:ext cx="19254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26/11/25   09:25:43</a:t>
            </a:r>
          </a:p>
          <a:p>
            <a:endParaRPr lang="en-GB" sz="500" spc="300" dirty="0">
              <a:solidFill>
                <a:srgbClr val="00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D29527D5-D551-936F-75F3-B78AD79B2256}"/>
              </a:ext>
            </a:extLst>
          </p:cNvPr>
          <p:cNvGrpSpPr/>
          <p:nvPr/>
        </p:nvGrpSpPr>
        <p:grpSpPr>
          <a:xfrm>
            <a:off x="3955496" y="2427424"/>
            <a:ext cx="4562830" cy="1777202"/>
            <a:chOff x="3955496" y="2259288"/>
            <a:chExt cx="4562830" cy="1821029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5B9EC8CE-B1A7-310A-CB1B-579A23B60C5D}"/>
                </a:ext>
              </a:extLst>
            </p:cNvPr>
            <p:cNvSpPr/>
            <p:nvPr/>
          </p:nvSpPr>
          <p:spPr>
            <a:xfrm>
              <a:off x="3955496" y="2259288"/>
              <a:ext cx="4562830" cy="1821029"/>
            </a:xfrm>
            <a:prstGeom prst="roundRect">
              <a:avLst>
                <a:gd name="adj" fmla="val 10449"/>
              </a:avLst>
            </a:prstGeom>
            <a:noFill/>
            <a:ln w="28575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accent5">
                      <a:lumMod val="10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C522E2C-BC0C-4083-B9DA-156BA82A57A0}"/>
                </a:ext>
              </a:extLst>
            </p:cNvPr>
            <p:cNvSpPr txBox="1"/>
            <p:nvPr/>
          </p:nvSpPr>
          <p:spPr>
            <a:xfrm>
              <a:off x="4574492" y="2266430"/>
              <a:ext cx="332483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800" spc="30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COURSE DESCRIPTION</a:t>
              </a:r>
            </a:p>
          </p:txBody>
        </p:sp>
      </p:grp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F5AAD09-E03B-D635-6527-EC047AC3BEE4}"/>
              </a:ext>
            </a:extLst>
          </p:cNvPr>
          <p:cNvCxnSpPr/>
          <p:nvPr/>
        </p:nvCxnSpPr>
        <p:spPr>
          <a:xfrm>
            <a:off x="199842" y="6501063"/>
            <a:ext cx="11859008" cy="0"/>
          </a:xfrm>
          <a:prstGeom prst="line">
            <a:avLst/>
          </a:prstGeom>
          <a:ln w="9525">
            <a:gradFill flip="none" rotWithShape="1">
              <a:gsLst>
                <a:gs pos="0">
                  <a:schemeClr val="accent5">
                    <a:lumMod val="40000"/>
                    <a:lumOff val="60000"/>
                  </a:schemeClr>
                </a:gs>
                <a:gs pos="46000">
                  <a:schemeClr val="accent5">
                    <a:lumMod val="95000"/>
                    <a:lumOff val="5000"/>
                  </a:schemeClr>
                </a:gs>
                <a:gs pos="100000">
                  <a:schemeClr val="accent5">
                    <a:lumMod val="60000"/>
                  </a:schemeClr>
                </a:gs>
              </a:gsLst>
              <a:lin ang="135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99B3D50-5522-6CCD-2949-3859E955285C}"/>
              </a:ext>
            </a:extLst>
          </p:cNvPr>
          <p:cNvSpPr txBox="1"/>
          <p:nvPr/>
        </p:nvSpPr>
        <p:spPr>
          <a:xfrm>
            <a:off x="3922773" y="118362"/>
            <a:ext cx="194748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6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SELECT COURSE: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BD0DA63-5AD9-CD03-6FD3-23D5BDA85CA8}"/>
              </a:ext>
            </a:extLst>
          </p:cNvPr>
          <p:cNvSpPr/>
          <p:nvPr/>
        </p:nvSpPr>
        <p:spPr>
          <a:xfrm>
            <a:off x="3977712" y="347825"/>
            <a:ext cx="4518448" cy="275137"/>
          </a:xfrm>
          <a:prstGeom prst="roundRect">
            <a:avLst>
              <a:gd name="adj" fmla="val 28982"/>
            </a:avLst>
          </a:prstGeom>
          <a:noFill/>
          <a:ln w="12700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accent5">
                    <a:lumMod val="10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>
                <a:solidFill>
                  <a:schemeClr val="bg1">
                    <a:lumMod val="95000"/>
                  </a:schemeClr>
                </a:solidFill>
              </a:rPr>
              <a:t>                                                                                                                   </a:t>
            </a:r>
            <a:endParaRPr lang="en-GB" sz="1400" dirty="0">
              <a:solidFill>
                <a:schemeClr val="bg1">
                  <a:lumMod val="95000"/>
                </a:schemeClr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7595AD9B-F175-BD28-339A-2F3D1686B392}"/>
              </a:ext>
            </a:extLst>
          </p:cNvPr>
          <p:cNvGrpSpPr/>
          <p:nvPr/>
        </p:nvGrpSpPr>
        <p:grpSpPr>
          <a:xfrm>
            <a:off x="3965577" y="814058"/>
            <a:ext cx="4552749" cy="1358230"/>
            <a:chOff x="3965577" y="673380"/>
            <a:chExt cx="4552749" cy="1358230"/>
          </a:xfrm>
          <a:effectLst>
            <a:glow rad="38100">
              <a:schemeClr val="accent5">
                <a:lumMod val="75000"/>
                <a:alpha val="43000"/>
              </a:schemeClr>
            </a:glow>
          </a:effectLst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8F1B0D53-A7F3-FF31-127E-4E18561A6C87}"/>
                </a:ext>
              </a:extLst>
            </p:cNvPr>
            <p:cNvSpPr/>
            <p:nvPr/>
          </p:nvSpPr>
          <p:spPr>
            <a:xfrm>
              <a:off x="3965577" y="673380"/>
              <a:ext cx="4552749" cy="1358230"/>
            </a:xfrm>
            <a:prstGeom prst="roundRect">
              <a:avLst>
                <a:gd name="adj" fmla="val 6336"/>
              </a:avLst>
            </a:prstGeom>
            <a:noFill/>
            <a:ln w="41275" cap="sq" cmpd="tri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accent5">
                      <a:lumMod val="10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  <a:effectLst>
              <a:glow rad="254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1C40637-F477-282E-FA1C-702C1B774C23}"/>
                </a:ext>
              </a:extLst>
            </p:cNvPr>
            <p:cNvSpPr txBox="1"/>
            <p:nvPr/>
          </p:nvSpPr>
          <p:spPr>
            <a:xfrm>
              <a:off x="4990325" y="702223"/>
              <a:ext cx="256994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000" spc="30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COURSE INFORMATION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18EFE2C-4EF0-5C5E-467E-6D63CED22BC9}"/>
                </a:ext>
              </a:extLst>
            </p:cNvPr>
            <p:cNvSpPr txBox="1"/>
            <p:nvPr/>
          </p:nvSpPr>
          <p:spPr>
            <a:xfrm>
              <a:off x="3965579" y="915497"/>
              <a:ext cx="15223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Title: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7635841-27F5-1FE0-23F1-8CE3798A9607}"/>
                </a:ext>
              </a:extLst>
            </p:cNvPr>
            <p:cNvSpPr txBox="1"/>
            <p:nvPr/>
          </p:nvSpPr>
          <p:spPr>
            <a:xfrm>
              <a:off x="3965579" y="1119412"/>
              <a:ext cx="15223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Level: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8E82E62-3FD4-49B9-9EB0-2EBD662C47C0}"/>
                </a:ext>
              </a:extLst>
            </p:cNvPr>
            <p:cNvSpPr txBox="1"/>
            <p:nvPr/>
          </p:nvSpPr>
          <p:spPr>
            <a:xfrm>
              <a:off x="3965578" y="1330345"/>
              <a:ext cx="15223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Thematic: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C9B5450-23B5-2181-0471-25DC4951BF13}"/>
                </a:ext>
              </a:extLst>
            </p:cNvPr>
            <p:cNvSpPr txBox="1"/>
            <p:nvPr/>
          </p:nvSpPr>
          <p:spPr>
            <a:xfrm>
              <a:off x="6482283" y="1540297"/>
              <a:ext cx="15223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spc="20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Code: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8E1648A-D9A4-40FC-0CA3-AAFDDFCE3919}"/>
                </a:ext>
              </a:extLst>
            </p:cNvPr>
            <p:cNvSpPr txBox="1"/>
            <p:nvPr/>
          </p:nvSpPr>
          <p:spPr>
            <a:xfrm>
              <a:off x="3965577" y="1521507"/>
              <a:ext cx="15223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Duration: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F8D7E7-0B64-70D1-23A1-09738893F8F8}"/>
                </a:ext>
              </a:extLst>
            </p:cNvPr>
            <p:cNvSpPr txBox="1"/>
            <p:nvPr/>
          </p:nvSpPr>
          <p:spPr>
            <a:xfrm>
              <a:off x="3965577" y="1725735"/>
              <a:ext cx="1522395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700" spc="15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Developer: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01B5FBC-2F7C-13A3-C843-41E44B7FF949}"/>
                </a:ext>
              </a:extLst>
            </p:cNvPr>
            <p:cNvSpPr/>
            <p:nvPr/>
          </p:nvSpPr>
          <p:spPr>
            <a:xfrm>
              <a:off x="5029200" y="951184"/>
              <a:ext cx="3379513" cy="169862"/>
            </a:xfrm>
            <a:prstGeom prst="roundRect">
              <a:avLst>
                <a:gd name="adj" fmla="val 6336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accent5">
                      <a:lumMod val="10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8B57B1F2-424B-B958-816F-F4879218CB09}"/>
                </a:ext>
              </a:extLst>
            </p:cNvPr>
            <p:cNvSpPr/>
            <p:nvPr/>
          </p:nvSpPr>
          <p:spPr>
            <a:xfrm>
              <a:off x="5029200" y="1151891"/>
              <a:ext cx="3379513" cy="169862"/>
            </a:xfrm>
            <a:prstGeom prst="roundRect">
              <a:avLst>
                <a:gd name="adj" fmla="val 6336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accent5">
                      <a:lumMod val="10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bg1">
                      <a:lumMod val="95000"/>
                    </a:schemeClr>
                  </a:solidFill>
                </a:rPr>
                <a:t>                                                                                     </a:t>
              </a:r>
              <a:endParaRPr lang="en-GB" sz="1400" dirty="0">
                <a:solidFill>
                  <a:schemeClr val="bg1">
                    <a:lumMod val="9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66980408-B8CE-3AE0-3E31-CF06B688DABA}"/>
                </a:ext>
              </a:extLst>
            </p:cNvPr>
            <p:cNvSpPr/>
            <p:nvPr/>
          </p:nvSpPr>
          <p:spPr>
            <a:xfrm>
              <a:off x="5029200" y="1353493"/>
              <a:ext cx="3379513" cy="169862"/>
            </a:xfrm>
            <a:prstGeom prst="roundRect">
              <a:avLst>
                <a:gd name="adj" fmla="val 6336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accent5">
                      <a:lumMod val="10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200" dirty="0">
                  <a:solidFill>
                    <a:schemeClr val="bg1">
                      <a:lumMod val="95000"/>
                    </a:schemeClr>
                  </a:solidFill>
                </a:rPr>
                <a:t>                                                                                                 </a:t>
              </a:r>
              <a:endParaRPr lang="en-GB" sz="1200" dirty="0">
                <a:solidFill>
                  <a:schemeClr val="bg1">
                    <a:lumMod val="9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343FD43B-7F77-BD0C-C0FF-C511F107D400}"/>
                </a:ext>
              </a:extLst>
            </p:cNvPr>
            <p:cNvSpPr/>
            <p:nvPr/>
          </p:nvSpPr>
          <p:spPr>
            <a:xfrm>
              <a:off x="5029200" y="1551565"/>
              <a:ext cx="1382498" cy="169862"/>
            </a:xfrm>
            <a:prstGeom prst="roundRect">
              <a:avLst>
                <a:gd name="adj" fmla="val 6336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accent5">
                      <a:lumMod val="10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651DE08B-1352-1F91-D093-B23FFB4E7034}"/>
                </a:ext>
              </a:extLst>
            </p:cNvPr>
            <p:cNvSpPr/>
            <p:nvPr/>
          </p:nvSpPr>
          <p:spPr>
            <a:xfrm>
              <a:off x="7101507" y="1550783"/>
              <a:ext cx="1307205" cy="169200"/>
            </a:xfrm>
            <a:prstGeom prst="roundRect">
              <a:avLst>
                <a:gd name="adj" fmla="val 6336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accent5">
                      <a:lumMod val="10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B3E0C5E5-51C5-2A4F-B35F-A10337619F14}"/>
                </a:ext>
              </a:extLst>
            </p:cNvPr>
            <p:cNvSpPr/>
            <p:nvPr/>
          </p:nvSpPr>
          <p:spPr>
            <a:xfrm>
              <a:off x="5029200" y="1753539"/>
              <a:ext cx="3379513" cy="164331"/>
            </a:xfrm>
            <a:prstGeom prst="roundRect">
              <a:avLst>
                <a:gd name="adj" fmla="val 6336"/>
              </a:avLst>
            </a:prstGeom>
            <a:noFill/>
            <a:ln w="6350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21000">
                    <a:schemeClr val="accent5">
                      <a:lumMod val="0"/>
                      <a:lumOff val="100000"/>
                    </a:schemeClr>
                  </a:gs>
                  <a:gs pos="100000">
                    <a:schemeClr val="accent5">
                      <a:lumMod val="10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49135F34-8B71-9AC0-5228-7FD0DFC16F14}"/>
              </a:ext>
            </a:extLst>
          </p:cNvPr>
          <p:cNvGrpSpPr/>
          <p:nvPr/>
        </p:nvGrpSpPr>
        <p:grpSpPr>
          <a:xfrm>
            <a:off x="114383" y="1382101"/>
            <a:ext cx="3557484" cy="4215621"/>
            <a:chOff x="114383" y="1059276"/>
            <a:chExt cx="3557484" cy="4215621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C033ACC2-A4CB-2A03-0070-6A15BA60C148}"/>
                </a:ext>
              </a:extLst>
            </p:cNvPr>
            <p:cNvGrpSpPr/>
            <p:nvPr/>
          </p:nvGrpSpPr>
          <p:grpSpPr>
            <a:xfrm>
              <a:off x="114383" y="1059276"/>
              <a:ext cx="3557484" cy="4215621"/>
              <a:chOff x="100921" y="2092871"/>
              <a:chExt cx="3557484" cy="3524996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8FF6BCBC-ABD9-5C84-7FA0-5BD40A7C6B4E}"/>
                  </a:ext>
                </a:extLst>
              </p:cNvPr>
              <p:cNvSpPr/>
              <p:nvPr/>
            </p:nvSpPr>
            <p:spPr>
              <a:xfrm>
                <a:off x="131549" y="2092871"/>
                <a:ext cx="3526856" cy="3524996"/>
              </a:xfrm>
              <a:prstGeom prst="roundRect">
                <a:avLst>
                  <a:gd name="adj" fmla="val 6336"/>
                </a:avLst>
              </a:prstGeom>
              <a:noFill/>
              <a:ln w="28575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21000">
                      <a:schemeClr val="accent5">
                        <a:lumMod val="0"/>
                        <a:lumOff val="100000"/>
                      </a:schemeClr>
                    </a:gs>
                    <a:gs pos="100000">
                      <a:schemeClr val="accent5">
                        <a:lumMod val="10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F6C90BE-4C15-7834-9DBD-CB880E372269}"/>
                  </a:ext>
                </a:extLst>
              </p:cNvPr>
              <p:cNvSpPr txBox="1"/>
              <p:nvPr/>
            </p:nvSpPr>
            <p:spPr>
              <a:xfrm>
                <a:off x="825814" y="2135387"/>
                <a:ext cx="2157514" cy="180149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spAutoFit/>
              </a:bodyPr>
              <a:lstStyle/>
              <a:p>
                <a:pPr algn="ctr"/>
                <a:r>
                  <a:rPr lang="en-GB" sz="800" spc="300" dirty="0">
                    <a:solidFill>
                      <a:schemeClr val="bg1">
                        <a:lumMod val="9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LEARNING OBJECTIVES</a:t>
                </a:r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4F883C3C-BD2D-4321-9847-0D83D6F248F1}"/>
                  </a:ext>
                </a:extLst>
              </p:cNvPr>
              <p:cNvSpPr/>
              <p:nvPr/>
            </p:nvSpPr>
            <p:spPr>
              <a:xfrm>
                <a:off x="271219" y="2329486"/>
                <a:ext cx="3209236" cy="540000"/>
              </a:xfrm>
              <a:prstGeom prst="roundRect">
                <a:avLst>
                  <a:gd name="adj" fmla="val 6336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21000">
                      <a:schemeClr val="bg1">
                        <a:lumMod val="75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ysDot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8065B988-C7BB-552C-21C3-1934AD3D806E}"/>
                  </a:ext>
                </a:extLst>
              </p:cNvPr>
              <p:cNvSpPr/>
              <p:nvPr/>
            </p:nvSpPr>
            <p:spPr>
              <a:xfrm>
                <a:off x="271220" y="2960306"/>
                <a:ext cx="3209236" cy="540000"/>
              </a:xfrm>
              <a:prstGeom prst="roundRect">
                <a:avLst>
                  <a:gd name="adj" fmla="val 6336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21000">
                      <a:schemeClr val="bg1">
                        <a:lumMod val="75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ysDot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03A94149-F617-F04C-8BD2-6556E2A0E33B}"/>
                  </a:ext>
                </a:extLst>
              </p:cNvPr>
              <p:cNvSpPr/>
              <p:nvPr/>
            </p:nvSpPr>
            <p:spPr>
              <a:xfrm>
                <a:off x="271219" y="3589904"/>
                <a:ext cx="3209236" cy="540000"/>
              </a:xfrm>
              <a:prstGeom prst="roundRect">
                <a:avLst>
                  <a:gd name="adj" fmla="val 6336"/>
                </a:avLst>
              </a:prstGeom>
              <a:noFill/>
              <a:ln w="6350" cap="sq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21000">
                      <a:schemeClr val="bg1">
                        <a:lumMod val="75000"/>
                      </a:schemeClr>
                    </a:gs>
                    <a:gs pos="100000">
                      <a:schemeClr val="bg1">
                        <a:lumMod val="50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prstDash val="sysDot"/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12F4838-8150-1BD6-5CA9-0DD99B8F28D1}"/>
                  </a:ext>
                </a:extLst>
              </p:cNvPr>
              <p:cNvSpPr txBox="1"/>
              <p:nvPr/>
            </p:nvSpPr>
            <p:spPr>
              <a:xfrm>
                <a:off x="111156" y="2517375"/>
                <a:ext cx="375320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600" spc="300" dirty="0">
                    <a:solidFill>
                      <a:schemeClr val="bg1">
                        <a:lumMod val="9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1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1B9BE4F-4640-E56A-A149-E3C823827728}"/>
                  </a:ext>
                </a:extLst>
              </p:cNvPr>
              <p:cNvSpPr txBox="1"/>
              <p:nvPr/>
            </p:nvSpPr>
            <p:spPr>
              <a:xfrm>
                <a:off x="113556" y="3165197"/>
                <a:ext cx="372920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600" spc="300" dirty="0">
                    <a:solidFill>
                      <a:schemeClr val="bg1">
                        <a:lumMod val="9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2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E18F303-4002-8D58-B264-F198609B3D9E}"/>
                  </a:ext>
                </a:extLst>
              </p:cNvPr>
              <p:cNvSpPr txBox="1"/>
              <p:nvPr/>
            </p:nvSpPr>
            <p:spPr>
              <a:xfrm>
                <a:off x="100921" y="3776304"/>
                <a:ext cx="372920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600" spc="300" dirty="0">
                    <a:solidFill>
                      <a:schemeClr val="bg1">
                        <a:lumMod val="9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3</a:t>
                </a:r>
              </a:p>
            </p:txBody>
          </p: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F2BB94EF-8CE6-580A-AD3E-FA28020656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74247" y="2355348"/>
                <a:ext cx="0" cy="3005190"/>
              </a:xfrm>
              <a:prstGeom prst="line">
                <a:avLst/>
              </a:prstGeom>
              <a:ln w="25400">
                <a:gradFill flip="none" rotWithShape="1">
                  <a:gsLst>
                    <a:gs pos="0">
                      <a:srgbClr val="00B0F0"/>
                    </a:gs>
                    <a:gs pos="48000">
                      <a:srgbClr val="33CAFF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16200000" scaled="1"/>
                  <a:tileRect/>
                </a:gra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982BBE97-FC06-0B0D-9CE9-02D4EE1E24D5}"/>
                </a:ext>
              </a:extLst>
            </p:cNvPr>
            <p:cNvCxnSpPr>
              <a:cxnSpLocks/>
            </p:cNvCxnSpPr>
            <p:nvPr/>
          </p:nvCxnSpPr>
          <p:spPr>
            <a:xfrm>
              <a:off x="3585084" y="4849941"/>
              <a:ext cx="0" cy="117210"/>
            </a:xfrm>
            <a:prstGeom prst="line">
              <a:avLst/>
            </a:prstGeom>
            <a:ln w="25400">
              <a:gradFill flip="none" rotWithShape="1">
                <a:gsLst>
                  <a:gs pos="0">
                    <a:srgbClr val="FF0000"/>
                  </a:gs>
                  <a:gs pos="52000">
                    <a:srgbClr val="FFC9C9"/>
                  </a:gs>
                  <a:gs pos="100000">
                    <a:srgbClr val="FF0000"/>
                  </a:gs>
                </a:gsLst>
                <a:path path="circle">
                  <a:fillToRect l="100000" t="100000"/>
                </a:path>
                <a:tileRect r="-100000" b="-100000"/>
              </a:gra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C3380C11-C672-BC43-9C94-4BAB4F93455F}"/>
              </a:ext>
            </a:extLst>
          </p:cNvPr>
          <p:cNvSpPr txBox="1"/>
          <p:nvPr/>
        </p:nvSpPr>
        <p:spPr>
          <a:xfrm>
            <a:off x="62281" y="696310"/>
            <a:ext cx="2257190" cy="656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Course Loaded: 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Example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Duration: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3 Days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Level:         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Basic</a:t>
            </a:r>
          </a:p>
          <a:p>
            <a:pPr>
              <a:lnSpc>
                <a:spcPct val="150000"/>
              </a:lnSpc>
            </a:pPr>
            <a:r>
              <a:rPr lang="en-GB" sz="500" spc="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Thematic:</a:t>
            </a:r>
            <a:r>
              <a:rPr lang="en-GB" sz="500" spc="2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Intelligence</a:t>
            </a:r>
          </a:p>
          <a:p>
            <a:pPr>
              <a:lnSpc>
                <a:spcPct val="150000"/>
              </a:lnSpc>
            </a:pPr>
            <a:endParaRPr lang="en-GB" sz="500" b="1" spc="300" dirty="0">
              <a:solidFill>
                <a:srgbClr val="00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18034F42-F87A-63AE-AA1C-8AC1095AF29B}"/>
              </a:ext>
            </a:extLst>
          </p:cNvPr>
          <p:cNvGrpSpPr/>
          <p:nvPr/>
        </p:nvGrpSpPr>
        <p:grpSpPr>
          <a:xfrm>
            <a:off x="3974388" y="5689705"/>
            <a:ext cx="4562830" cy="728933"/>
            <a:chOff x="3955496" y="2401756"/>
            <a:chExt cx="4562830" cy="638838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66D903BA-9719-FA9D-6A44-DFC8786EE6B9}"/>
                </a:ext>
              </a:extLst>
            </p:cNvPr>
            <p:cNvGrpSpPr/>
            <p:nvPr/>
          </p:nvGrpSpPr>
          <p:grpSpPr>
            <a:xfrm>
              <a:off x="3955496" y="2401756"/>
              <a:ext cx="4562830" cy="626370"/>
              <a:chOff x="3955496" y="2400282"/>
              <a:chExt cx="4562830" cy="1711656"/>
            </a:xfrm>
          </p:grpSpPr>
          <p:sp>
            <p:nvSpPr>
              <p:cNvPr id="91" name="Rectangle: Rounded Corners 90">
                <a:extLst>
                  <a:ext uri="{FF2B5EF4-FFF2-40B4-BE49-F238E27FC236}">
                    <a16:creationId xmlns:a16="http://schemas.microsoft.com/office/drawing/2014/main" id="{2C277442-0A72-7E63-0488-19DD192E6A06}"/>
                  </a:ext>
                </a:extLst>
              </p:cNvPr>
              <p:cNvSpPr/>
              <p:nvPr/>
            </p:nvSpPr>
            <p:spPr>
              <a:xfrm>
                <a:off x="3955496" y="2403720"/>
                <a:ext cx="4562830" cy="1708218"/>
              </a:xfrm>
              <a:prstGeom prst="roundRect">
                <a:avLst>
                  <a:gd name="adj" fmla="val 15934"/>
                </a:avLst>
              </a:prstGeom>
              <a:noFill/>
              <a:ln w="28575" cap="sq" cmpd="thickThin">
                <a:gradFill flip="none" rotWithShape="1">
                  <a:gsLst>
                    <a:gs pos="0">
                      <a:schemeClr val="accent5">
                        <a:lumMod val="0"/>
                        <a:lumOff val="100000"/>
                      </a:schemeClr>
                    </a:gs>
                    <a:gs pos="21000">
                      <a:schemeClr val="accent5">
                        <a:lumMod val="0"/>
                        <a:lumOff val="100000"/>
                      </a:schemeClr>
                    </a:gs>
                    <a:gs pos="100000">
                      <a:srgbClr val="CC9900"/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F5BCC941-853F-08D2-D42E-095BBD4588F8}"/>
                  </a:ext>
                </a:extLst>
              </p:cNvPr>
              <p:cNvSpPr txBox="1"/>
              <p:nvPr/>
            </p:nvSpPr>
            <p:spPr>
              <a:xfrm>
                <a:off x="4574492" y="2400282"/>
                <a:ext cx="3324837" cy="462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GB" sz="500" spc="300" dirty="0">
                    <a:solidFill>
                      <a:schemeClr val="bg1">
                        <a:lumMod val="95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PROMETHEUS AI</a:t>
                </a:r>
              </a:p>
            </p:txBody>
          </p:sp>
        </p:grp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210D9B73-CD12-D635-70B4-D5D5E773D6BF}"/>
                </a:ext>
              </a:extLst>
            </p:cNvPr>
            <p:cNvSpPr txBox="1"/>
            <p:nvPr/>
          </p:nvSpPr>
          <p:spPr>
            <a:xfrm>
              <a:off x="3965578" y="2879011"/>
              <a:ext cx="3324837" cy="1615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450" spc="30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AI Chat Text Window here: </a:t>
              </a:r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11F269E3-3FB2-A4C1-99A5-4A533CCCD48B}"/>
              </a:ext>
            </a:extLst>
          </p:cNvPr>
          <p:cNvGrpSpPr/>
          <p:nvPr/>
        </p:nvGrpSpPr>
        <p:grpSpPr>
          <a:xfrm>
            <a:off x="9696447" y="117878"/>
            <a:ext cx="1273979" cy="239094"/>
            <a:chOff x="11258423" y="4176559"/>
            <a:chExt cx="842864" cy="192938"/>
          </a:xfrm>
        </p:grpSpPr>
        <p:sp>
          <p:nvSpPr>
            <p:cNvPr id="118" name="Rectangle: Rounded Corners 117">
              <a:extLst>
                <a:ext uri="{FF2B5EF4-FFF2-40B4-BE49-F238E27FC236}">
                  <a16:creationId xmlns:a16="http://schemas.microsoft.com/office/drawing/2014/main" id="{8922557A-C7AD-C43C-E974-719FBD60F83E}"/>
                </a:ext>
              </a:extLst>
            </p:cNvPr>
            <p:cNvSpPr/>
            <p:nvPr/>
          </p:nvSpPr>
          <p:spPr>
            <a:xfrm>
              <a:off x="11339512" y="4176559"/>
              <a:ext cx="654715" cy="192938"/>
            </a:xfrm>
            <a:prstGeom prst="roundRect">
              <a:avLst>
                <a:gd name="adj" fmla="val 26401"/>
              </a:avLst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</a:schemeClr>
                </a:gs>
                <a:gs pos="12000">
                  <a:schemeClr val="tx1">
                    <a:lumMod val="85000"/>
                    <a:lumOff val="1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28575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86000">
                    <a:schemeClr val="bg1">
                      <a:lumMod val="75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bg1">
                    <a:lumMod val="9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2C0C8738-FAEE-3842-6262-A5ACC98020AE}"/>
                </a:ext>
              </a:extLst>
            </p:cNvPr>
            <p:cNvSpPr txBox="1"/>
            <p:nvPr/>
          </p:nvSpPr>
          <p:spPr>
            <a:xfrm>
              <a:off x="11258423" y="4182291"/>
              <a:ext cx="842864" cy="173203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600" spc="30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LOAD</a:t>
              </a:r>
            </a:p>
          </p:txBody>
        </p:sp>
      </p:grp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BE1A10AE-9564-4E13-594B-712C22D9C20C}"/>
              </a:ext>
            </a:extLst>
          </p:cNvPr>
          <p:cNvCxnSpPr>
            <a:cxnSpLocks/>
            <a:stCxn id="31" idx="1"/>
          </p:cNvCxnSpPr>
          <p:nvPr/>
        </p:nvCxnSpPr>
        <p:spPr>
          <a:xfrm flipH="1">
            <a:off x="3690759" y="3316025"/>
            <a:ext cx="264737" cy="0"/>
          </a:xfrm>
          <a:prstGeom prst="line">
            <a:avLst/>
          </a:prstGeom>
          <a:ln w="3175" cmpd="sng">
            <a:gradFill flip="none" rotWithShape="1">
              <a:gsLst>
                <a:gs pos="49000">
                  <a:schemeClr val="accent1">
                    <a:lumMod val="5000"/>
                    <a:lumOff val="95000"/>
                  </a:schemeClr>
                </a:gs>
                <a:gs pos="98000">
                  <a:schemeClr val="accent5">
                    <a:lumMod val="40000"/>
                    <a:lumOff val="60000"/>
                  </a:schemeClr>
                </a:gs>
                <a:gs pos="0">
                  <a:srgbClr val="00B0F0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" name="Picture 204" descr="A black and blue flame logo&#10;&#10;AI-generated content may be incorrect.">
            <a:extLst>
              <a:ext uri="{FF2B5EF4-FFF2-40B4-BE49-F238E27FC236}">
                <a16:creationId xmlns:a16="http://schemas.microsoft.com/office/drawing/2014/main" id="{CD1632D8-D8D5-9C02-1CF0-7044CC9E74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480" y="2500228"/>
            <a:ext cx="101000" cy="106954"/>
          </a:xfrm>
          <a:prstGeom prst="rect">
            <a:avLst/>
          </a:prstGeom>
        </p:spPr>
      </p:pic>
      <p:pic>
        <p:nvPicPr>
          <p:cNvPr id="207" name="Picture 206" descr="A black and blue flame logo&#10;&#10;AI-generated content may be incorrect.">
            <a:extLst>
              <a:ext uri="{FF2B5EF4-FFF2-40B4-BE49-F238E27FC236}">
                <a16:creationId xmlns:a16="http://schemas.microsoft.com/office/drawing/2014/main" id="{0B2E6E7F-21E7-A9C1-561A-3568FD3AC3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84" y="93354"/>
            <a:ext cx="335892" cy="355693"/>
          </a:xfrm>
          <a:prstGeom prst="rect">
            <a:avLst/>
          </a:prstGeom>
        </p:spPr>
      </p:pic>
      <p:pic>
        <p:nvPicPr>
          <p:cNvPr id="209" name="Picture 208" descr="A black and blue flame logo&#10;&#10;AI-generated content may be incorrect.">
            <a:extLst>
              <a:ext uri="{FF2B5EF4-FFF2-40B4-BE49-F238E27FC236}">
                <a16:creationId xmlns:a16="http://schemas.microsoft.com/office/drawing/2014/main" id="{FD355345-E53A-33AC-06E5-315D9C566A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266" y="1489078"/>
            <a:ext cx="101000" cy="106954"/>
          </a:xfrm>
          <a:prstGeom prst="rect">
            <a:avLst/>
          </a:prstGeom>
        </p:spPr>
      </p:pic>
      <p:grpSp>
        <p:nvGrpSpPr>
          <p:cNvPr id="135" name="Group 134">
            <a:extLst>
              <a:ext uri="{FF2B5EF4-FFF2-40B4-BE49-F238E27FC236}">
                <a16:creationId xmlns:a16="http://schemas.microsoft.com/office/drawing/2014/main" id="{82C0BFFD-1027-EBA1-8339-F04BB081F100}"/>
              </a:ext>
            </a:extLst>
          </p:cNvPr>
          <p:cNvGrpSpPr/>
          <p:nvPr/>
        </p:nvGrpSpPr>
        <p:grpSpPr>
          <a:xfrm>
            <a:off x="5190691" y="6652388"/>
            <a:ext cx="3327635" cy="5247"/>
            <a:chOff x="6736189" y="6652388"/>
            <a:chExt cx="3327635" cy="5247"/>
          </a:xfrm>
        </p:grpSpPr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FD56F252-9B0C-4914-DDE9-C07528207777}"/>
                </a:ext>
              </a:extLst>
            </p:cNvPr>
            <p:cNvCxnSpPr>
              <a:cxnSpLocks/>
              <a:endCxn id="25" idx="1"/>
            </p:cNvCxnSpPr>
            <p:nvPr/>
          </p:nvCxnSpPr>
          <p:spPr>
            <a:xfrm flipV="1">
              <a:off x="6744209" y="6652388"/>
              <a:ext cx="3319615" cy="5247"/>
            </a:xfrm>
            <a:prstGeom prst="line">
              <a:avLst/>
            </a:prstGeom>
            <a:ln w="6350">
              <a:solidFill>
                <a:srgbClr val="33CAFF">
                  <a:alpha val="39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DC034127-6C14-931B-CD49-5EB596B8BA6D}"/>
                </a:ext>
              </a:extLst>
            </p:cNvPr>
            <p:cNvCxnSpPr>
              <a:cxnSpLocks/>
            </p:cNvCxnSpPr>
            <p:nvPr/>
          </p:nvCxnSpPr>
          <p:spPr>
            <a:xfrm>
              <a:off x="6736189" y="6657218"/>
              <a:ext cx="566045" cy="0"/>
            </a:xfrm>
            <a:prstGeom prst="line">
              <a:avLst/>
            </a:prstGeom>
            <a:ln w="6350">
              <a:solidFill>
                <a:srgbClr val="00FF00"/>
              </a:solidFill>
            </a:ln>
            <a:effectLst>
              <a:glow rad="38100">
                <a:schemeClr val="bg1">
                  <a:alpha val="40000"/>
                </a:schemeClr>
              </a:glo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AEA45912-154D-EA96-4DD8-E1045C832FE5}"/>
              </a:ext>
            </a:extLst>
          </p:cNvPr>
          <p:cNvGrpSpPr/>
          <p:nvPr/>
        </p:nvGrpSpPr>
        <p:grpSpPr>
          <a:xfrm>
            <a:off x="10781223" y="117842"/>
            <a:ext cx="1273979" cy="239094"/>
            <a:chOff x="11258423" y="4176559"/>
            <a:chExt cx="842864" cy="192938"/>
          </a:xfrm>
        </p:grpSpPr>
        <p:sp>
          <p:nvSpPr>
            <p:cNvPr id="219" name="Rectangle: Rounded Corners 218">
              <a:extLst>
                <a:ext uri="{FF2B5EF4-FFF2-40B4-BE49-F238E27FC236}">
                  <a16:creationId xmlns:a16="http://schemas.microsoft.com/office/drawing/2014/main" id="{AE86EC4F-3DC1-09C8-11DB-06921FBFC97F}"/>
                </a:ext>
              </a:extLst>
            </p:cNvPr>
            <p:cNvSpPr/>
            <p:nvPr/>
          </p:nvSpPr>
          <p:spPr>
            <a:xfrm>
              <a:off x="11339512" y="4176559"/>
              <a:ext cx="654715" cy="192938"/>
            </a:xfrm>
            <a:prstGeom prst="roundRect">
              <a:avLst>
                <a:gd name="adj" fmla="val 26401"/>
              </a:avLst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</a:schemeClr>
                </a:gs>
                <a:gs pos="12000">
                  <a:schemeClr val="tx1">
                    <a:lumMod val="85000"/>
                    <a:lumOff val="1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28575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86000">
                    <a:schemeClr val="bg1">
                      <a:lumMod val="75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bg1">
                    <a:lumMod val="9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04853139-235A-33BC-BE7E-2842A396DD78}"/>
                </a:ext>
              </a:extLst>
            </p:cNvPr>
            <p:cNvSpPr txBox="1"/>
            <p:nvPr/>
          </p:nvSpPr>
          <p:spPr>
            <a:xfrm>
              <a:off x="11258423" y="4182291"/>
              <a:ext cx="842864" cy="173203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600" spc="30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SAVE</a:t>
              </a:r>
            </a:p>
          </p:txBody>
        </p:sp>
      </p:grp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762B2192-4D9D-3FBF-D8D9-D54004157F44}"/>
              </a:ext>
            </a:extLst>
          </p:cNvPr>
          <p:cNvGrpSpPr/>
          <p:nvPr/>
        </p:nvGrpSpPr>
        <p:grpSpPr>
          <a:xfrm>
            <a:off x="10781223" y="6165318"/>
            <a:ext cx="1273979" cy="239094"/>
            <a:chOff x="11258423" y="4176559"/>
            <a:chExt cx="842864" cy="192938"/>
          </a:xfrm>
        </p:grpSpPr>
        <p:sp>
          <p:nvSpPr>
            <p:cNvPr id="222" name="Rectangle: Rounded Corners 221">
              <a:extLst>
                <a:ext uri="{FF2B5EF4-FFF2-40B4-BE49-F238E27FC236}">
                  <a16:creationId xmlns:a16="http://schemas.microsoft.com/office/drawing/2014/main" id="{02FFDA1B-0F53-2288-CF5A-0295B66302A5}"/>
                </a:ext>
              </a:extLst>
            </p:cNvPr>
            <p:cNvSpPr/>
            <p:nvPr/>
          </p:nvSpPr>
          <p:spPr>
            <a:xfrm>
              <a:off x="11339512" y="4176559"/>
              <a:ext cx="654715" cy="192938"/>
            </a:xfrm>
            <a:prstGeom prst="roundRect">
              <a:avLst>
                <a:gd name="adj" fmla="val 26401"/>
              </a:avLst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</a:schemeClr>
                </a:gs>
                <a:gs pos="12000">
                  <a:schemeClr val="tx1">
                    <a:lumMod val="85000"/>
                    <a:lumOff val="1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28575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86000">
                    <a:schemeClr val="bg1">
                      <a:lumMod val="75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bg1">
                    <a:lumMod val="9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6D5373EB-1F13-A64D-A002-CDFC800416DF}"/>
                </a:ext>
              </a:extLst>
            </p:cNvPr>
            <p:cNvSpPr txBox="1"/>
            <p:nvPr/>
          </p:nvSpPr>
          <p:spPr>
            <a:xfrm>
              <a:off x="11258423" y="4182291"/>
              <a:ext cx="842864" cy="173203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600" spc="30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RESET</a:t>
              </a:r>
            </a:p>
          </p:txBody>
        </p:sp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4B032E36-A959-469D-0759-127957407348}"/>
              </a:ext>
            </a:extLst>
          </p:cNvPr>
          <p:cNvGrpSpPr/>
          <p:nvPr/>
        </p:nvGrpSpPr>
        <p:grpSpPr>
          <a:xfrm>
            <a:off x="9702924" y="6170443"/>
            <a:ext cx="1273979" cy="239094"/>
            <a:chOff x="11258423" y="4176559"/>
            <a:chExt cx="842864" cy="192938"/>
          </a:xfrm>
        </p:grpSpPr>
        <p:sp>
          <p:nvSpPr>
            <p:cNvPr id="225" name="Rectangle: Rounded Corners 224">
              <a:extLst>
                <a:ext uri="{FF2B5EF4-FFF2-40B4-BE49-F238E27FC236}">
                  <a16:creationId xmlns:a16="http://schemas.microsoft.com/office/drawing/2014/main" id="{9DBC5A2C-B603-BF61-7ECF-C1FC6EFE0C2C}"/>
                </a:ext>
              </a:extLst>
            </p:cNvPr>
            <p:cNvSpPr/>
            <p:nvPr/>
          </p:nvSpPr>
          <p:spPr>
            <a:xfrm>
              <a:off x="11339512" y="4176559"/>
              <a:ext cx="654715" cy="192938"/>
            </a:xfrm>
            <a:prstGeom prst="roundRect">
              <a:avLst>
                <a:gd name="adj" fmla="val 26401"/>
              </a:avLst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</a:schemeClr>
                </a:gs>
                <a:gs pos="12000">
                  <a:schemeClr val="tx1">
                    <a:lumMod val="85000"/>
                    <a:lumOff val="1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28575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86000">
                    <a:schemeClr val="bg1">
                      <a:lumMod val="75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bg1">
                    <a:lumMod val="9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226" name="TextBox 225">
              <a:extLst>
                <a:ext uri="{FF2B5EF4-FFF2-40B4-BE49-F238E27FC236}">
                  <a16:creationId xmlns:a16="http://schemas.microsoft.com/office/drawing/2014/main" id="{6ED5C676-CED5-037E-BA15-973EA4BC704D}"/>
                </a:ext>
              </a:extLst>
            </p:cNvPr>
            <p:cNvSpPr txBox="1"/>
            <p:nvPr/>
          </p:nvSpPr>
          <p:spPr>
            <a:xfrm>
              <a:off x="11258423" y="4182291"/>
              <a:ext cx="842864" cy="173203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600" spc="30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DELETE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D35C1258-F459-A8C6-DDC7-08078E15E6E7}"/>
              </a:ext>
            </a:extLst>
          </p:cNvPr>
          <p:cNvGrpSpPr/>
          <p:nvPr/>
        </p:nvGrpSpPr>
        <p:grpSpPr>
          <a:xfrm>
            <a:off x="9269606" y="1760149"/>
            <a:ext cx="2237167" cy="513984"/>
            <a:chOff x="9802008" y="2704497"/>
            <a:chExt cx="2237167" cy="596830"/>
          </a:xfrm>
        </p:grpSpPr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CED83A35-81F0-699E-4768-9D22E032B5BF}"/>
                </a:ext>
              </a:extLst>
            </p:cNvPr>
            <p:cNvSpPr/>
            <p:nvPr/>
          </p:nvSpPr>
          <p:spPr>
            <a:xfrm>
              <a:off x="9817115" y="2704497"/>
              <a:ext cx="2222060" cy="596830"/>
            </a:xfrm>
            <a:prstGeom prst="roundRect">
              <a:avLst>
                <a:gd name="adj" fmla="val 26401"/>
              </a:avLst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</a:schemeClr>
                </a:gs>
                <a:gs pos="12000">
                  <a:schemeClr val="tx1">
                    <a:lumMod val="85000"/>
                    <a:lumOff val="1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28575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86000">
                    <a:schemeClr val="bg1">
                      <a:lumMod val="75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bg1">
                    <a:lumMod val="9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2D6AF05-A1AF-DECE-B9D8-35C4720E1502}"/>
                </a:ext>
              </a:extLst>
            </p:cNvPr>
            <p:cNvSpPr txBox="1"/>
            <p:nvPr/>
          </p:nvSpPr>
          <p:spPr>
            <a:xfrm>
              <a:off x="9802008" y="2871501"/>
              <a:ext cx="2222060" cy="25017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800" spc="30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HANDBOOK</a:t>
              </a:r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384ADA8D-9AB3-8E45-B895-9288B64D3BD9}"/>
              </a:ext>
            </a:extLst>
          </p:cNvPr>
          <p:cNvGrpSpPr/>
          <p:nvPr/>
        </p:nvGrpSpPr>
        <p:grpSpPr>
          <a:xfrm>
            <a:off x="9277160" y="1072334"/>
            <a:ext cx="2222060" cy="513984"/>
            <a:chOff x="9822884" y="3564079"/>
            <a:chExt cx="2222060" cy="596830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6EA684A5-278A-D8FA-D8FD-6F93D7B9522A}"/>
                </a:ext>
              </a:extLst>
            </p:cNvPr>
            <p:cNvSpPr/>
            <p:nvPr/>
          </p:nvSpPr>
          <p:spPr>
            <a:xfrm>
              <a:off x="9822884" y="3564079"/>
              <a:ext cx="2222060" cy="596830"/>
            </a:xfrm>
            <a:prstGeom prst="roundRect">
              <a:avLst>
                <a:gd name="adj" fmla="val 26401"/>
              </a:avLst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</a:schemeClr>
                </a:gs>
                <a:gs pos="12000">
                  <a:schemeClr val="tx1">
                    <a:lumMod val="85000"/>
                    <a:lumOff val="1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28575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86000">
                    <a:schemeClr val="bg1">
                      <a:lumMod val="75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bg1">
                    <a:lumMod val="9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B23F416-B459-0F7F-6F19-D7EE288F7739}"/>
                </a:ext>
              </a:extLst>
            </p:cNvPr>
            <p:cNvSpPr txBox="1"/>
            <p:nvPr/>
          </p:nvSpPr>
          <p:spPr>
            <a:xfrm>
              <a:off x="10104692" y="3678233"/>
              <a:ext cx="1669089" cy="393123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800" spc="30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COURSE PRESENTATION</a:t>
              </a:r>
            </a:p>
          </p:txBody>
        </p: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D606F034-53D8-4CDA-C379-65EC8907B87C}"/>
              </a:ext>
            </a:extLst>
          </p:cNvPr>
          <p:cNvSpPr txBox="1"/>
          <p:nvPr/>
        </p:nvSpPr>
        <p:spPr>
          <a:xfrm>
            <a:off x="3283491" y="3655485"/>
            <a:ext cx="3254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+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10A8C21-E541-47DD-20E6-28F064561DE4}"/>
              </a:ext>
            </a:extLst>
          </p:cNvPr>
          <p:cNvSpPr txBox="1"/>
          <p:nvPr/>
        </p:nvSpPr>
        <p:spPr>
          <a:xfrm>
            <a:off x="3283491" y="2153196"/>
            <a:ext cx="3254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+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2D41165-03BB-FC19-9ECC-0CDD8AA4A82A}"/>
              </a:ext>
            </a:extLst>
          </p:cNvPr>
          <p:cNvSpPr txBox="1"/>
          <p:nvPr/>
        </p:nvSpPr>
        <p:spPr>
          <a:xfrm>
            <a:off x="3291370" y="2905965"/>
            <a:ext cx="3254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+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9C0CC0F-6A62-7E7E-8BB6-415431A0CD4E}"/>
              </a:ext>
            </a:extLst>
          </p:cNvPr>
          <p:cNvGrpSpPr/>
          <p:nvPr/>
        </p:nvGrpSpPr>
        <p:grpSpPr>
          <a:xfrm>
            <a:off x="3978839" y="4386571"/>
            <a:ext cx="1414637" cy="1196364"/>
            <a:chOff x="3949517" y="4408839"/>
            <a:chExt cx="1566251" cy="1253981"/>
          </a:xfrm>
        </p:grpSpPr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B0F72F3D-09E5-C16B-370F-DB60C8448403}"/>
                </a:ext>
              </a:extLst>
            </p:cNvPr>
            <p:cNvSpPr/>
            <p:nvPr/>
          </p:nvSpPr>
          <p:spPr>
            <a:xfrm>
              <a:off x="3949517" y="4408839"/>
              <a:ext cx="1566251" cy="1253981"/>
            </a:xfrm>
            <a:prstGeom prst="roundRect">
              <a:avLst>
                <a:gd name="adj" fmla="val 17720"/>
              </a:avLst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</a:schemeClr>
                </a:gs>
                <a:gs pos="12000">
                  <a:schemeClr val="tx1">
                    <a:lumMod val="85000"/>
                    <a:lumOff val="1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28575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86000">
                    <a:schemeClr val="bg1">
                      <a:lumMod val="75000"/>
                    </a:schemeClr>
                  </a:gs>
                  <a:gs pos="95000">
                    <a:schemeClr val="bg1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bg1">
                    <a:lumMod val="9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0E4EFD8-10BD-B357-A825-A30FDEF07285}"/>
                </a:ext>
              </a:extLst>
            </p:cNvPr>
            <p:cNvSpPr txBox="1"/>
            <p:nvPr/>
          </p:nvSpPr>
          <p:spPr>
            <a:xfrm>
              <a:off x="4073253" y="4848787"/>
              <a:ext cx="1307041" cy="35485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800" spc="30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SCALAR MANAGER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B5072E3-2138-11F5-6B96-AB0507662EEF}"/>
              </a:ext>
            </a:extLst>
          </p:cNvPr>
          <p:cNvGrpSpPr/>
          <p:nvPr/>
        </p:nvGrpSpPr>
        <p:grpSpPr>
          <a:xfrm>
            <a:off x="5538433" y="4394135"/>
            <a:ext cx="1414637" cy="1196364"/>
            <a:chOff x="3949517" y="4408839"/>
            <a:chExt cx="1566251" cy="1253981"/>
          </a:xfrm>
        </p:grpSpPr>
        <p:sp>
          <p:nvSpPr>
            <p:cNvPr id="68" name="Rectangle: Rounded Corners 67">
              <a:extLst>
                <a:ext uri="{FF2B5EF4-FFF2-40B4-BE49-F238E27FC236}">
                  <a16:creationId xmlns:a16="http://schemas.microsoft.com/office/drawing/2014/main" id="{523DE9D7-593F-3A4E-0E72-75F0A1CBCD91}"/>
                </a:ext>
              </a:extLst>
            </p:cNvPr>
            <p:cNvSpPr/>
            <p:nvPr/>
          </p:nvSpPr>
          <p:spPr>
            <a:xfrm>
              <a:off x="3949517" y="4408839"/>
              <a:ext cx="1566251" cy="1253981"/>
            </a:xfrm>
            <a:prstGeom prst="roundRect">
              <a:avLst>
                <a:gd name="adj" fmla="val 17720"/>
              </a:avLst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</a:schemeClr>
                </a:gs>
                <a:gs pos="12000">
                  <a:schemeClr val="tx1">
                    <a:lumMod val="85000"/>
                    <a:lumOff val="1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28575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86000">
                    <a:schemeClr val="bg1">
                      <a:lumMod val="75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bg1">
                    <a:lumMod val="9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2B88693C-2C38-BEA9-3768-8D93DFEC52F5}"/>
                </a:ext>
              </a:extLst>
            </p:cNvPr>
            <p:cNvSpPr txBox="1"/>
            <p:nvPr/>
          </p:nvSpPr>
          <p:spPr>
            <a:xfrm>
              <a:off x="4073253" y="4848787"/>
              <a:ext cx="1307041" cy="35485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800" spc="30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CONTENT MANAGER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40FD08C-FB38-4637-B46E-299D352001FB}"/>
              </a:ext>
            </a:extLst>
          </p:cNvPr>
          <p:cNvGrpSpPr/>
          <p:nvPr/>
        </p:nvGrpSpPr>
        <p:grpSpPr>
          <a:xfrm>
            <a:off x="7108632" y="4415810"/>
            <a:ext cx="1414637" cy="1196364"/>
            <a:chOff x="3949517" y="4408839"/>
            <a:chExt cx="1566251" cy="1253981"/>
          </a:xfrm>
        </p:grpSpPr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AC2E6DA5-95A3-7166-2D13-B63B4FAFFF49}"/>
                </a:ext>
              </a:extLst>
            </p:cNvPr>
            <p:cNvSpPr/>
            <p:nvPr/>
          </p:nvSpPr>
          <p:spPr>
            <a:xfrm>
              <a:off x="3949517" y="4408839"/>
              <a:ext cx="1566251" cy="1253981"/>
            </a:xfrm>
            <a:prstGeom prst="roundRect">
              <a:avLst>
                <a:gd name="adj" fmla="val 17720"/>
              </a:avLst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</a:schemeClr>
                </a:gs>
                <a:gs pos="12000">
                  <a:schemeClr val="tx1">
                    <a:lumMod val="85000"/>
                    <a:lumOff val="1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28575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86000">
                    <a:schemeClr val="bg1">
                      <a:lumMod val="75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bg1">
                    <a:lumMod val="9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B81258C-FD2B-9396-8B78-0195DDD256F4}"/>
                </a:ext>
              </a:extLst>
            </p:cNvPr>
            <p:cNvSpPr txBox="1"/>
            <p:nvPr/>
          </p:nvSpPr>
          <p:spPr>
            <a:xfrm>
              <a:off x="4073253" y="4848787"/>
              <a:ext cx="1307041" cy="354859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800" spc="30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LESSON MANAGER</a:t>
              </a:r>
            </a:p>
          </p:txBody>
        </p:sp>
      </p:grp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20B724F7-7DAD-CBEF-C69E-8B19EFAF7377}"/>
              </a:ext>
            </a:extLst>
          </p:cNvPr>
          <p:cNvCxnSpPr>
            <a:cxnSpLocks/>
          </p:cNvCxnSpPr>
          <p:nvPr/>
        </p:nvCxnSpPr>
        <p:spPr>
          <a:xfrm flipH="1" flipV="1">
            <a:off x="3690759" y="4951842"/>
            <a:ext cx="283629" cy="1814"/>
          </a:xfrm>
          <a:prstGeom prst="line">
            <a:avLst/>
          </a:prstGeom>
          <a:ln w="3175" cmpd="sng">
            <a:gradFill flip="none" rotWithShape="1">
              <a:gsLst>
                <a:gs pos="49000">
                  <a:schemeClr val="accent1">
                    <a:lumMod val="5000"/>
                    <a:lumOff val="95000"/>
                  </a:schemeClr>
                </a:gs>
                <a:gs pos="98000">
                  <a:schemeClr val="accent5">
                    <a:lumMod val="40000"/>
                    <a:lumOff val="60000"/>
                  </a:schemeClr>
                </a:gs>
                <a:gs pos="0">
                  <a:srgbClr val="00B0F0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C2D5BB42-6B88-13DF-7CEE-880BDC74CB0A}"/>
              </a:ext>
            </a:extLst>
          </p:cNvPr>
          <p:cNvCxnSpPr>
            <a:cxnSpLocks/>
          </p:cNvCxnSpPr>
          <p:nvPr/>
        </p:nvCxnSpPr>
        <p:spPr>
          <a:xfrm flipH="1">
            <a:off x="6954260" y="4951842"/>
            <a:ext cx="150244" cy="0"/>
          </a:xfrm>
          <a:prstGeom prst="line">
            <a:avLst/>
          </a:prstGeom>
          <a:ln w="3175" cmpd="sng">
            <a:gradFill flip="none" rotWithShape="1">
              <a:gsLst>
                <a:gs pos="49000">
                  <a:schemeClr val="accent1">
                    <a:lumMod val="5000"/>
                    <a:lumOff val="95000"/>
                  </a:schemeClr>
                </a:gs>
                <a:gs pos="98000">
                  <a:schemeClr val="accent5">
                    <a:lumMod val="40000"/>
                    <a:lumOff val="60000"/>
                  </a:schemeClr>
                </a:gs>
                <a:gs pos="0">
                  <a:srgbClr val="00B0F0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15C21B52-FD6C-5ABB-DCA2-6A00378C9F42}"/>
              </a:ext>
            </a:extLst>
          </p:cNvPr>
          <p:cNvGrpSpPr/>
          <p:nvPr/>
        </p:nvGrpSpPr>
        <p:grpSpPr>
          <a:xfrm>
            <a:off x="9284713" y="2412736"/>
            <a:ext cx="2222060" cy="513984"/>
            <a:chOff x="9822884" y="3564079"/>
            <a:chExt cx="2222060" cy="596830"/>
          </a:xfrm>
        </p:grpSpPr>
        <p:sp>
          <p:nvSpPr>
            <p:cNvPr id="107" name="Rectangle: Rounded Corners 106">
              <a:extLst>
                <a:ext uri="{FF2B5EF4-FFF2-40B4-BE49-F238E27FC236}">
                  <a16:creationId xmlns:a16="http://schemas.microsoft.com/office/drawing/2014/main" id="{8D7195F6-F565-DFD8-A4F5-88A64DA92215}"/>
                </a:ext>
              </a:extLst>
            </p:cNvPr>
            <p:cNvSpPr/>
            <p:nvPr/>
          </p:nvSpPr>
          <p:spPr>
            <a:xfrm>
              <a:off x="9822884" y="3564079"/>
              <a:ext cx="2222060" cy="596830"/>
            </a:xfrm>
            <a:prstGeom prst="roundRect">
              <a:avLst>
                <a:gd name="adj" fmla="val 26401"/>
              </a:avLst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</a:schemeClr>
                </a:gs>
                <a:gs pos="12000">
                  <a:schemeClr val="tx1">
                    <a:lumMod val="85000"/>
                    <a:lumOff val="1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28575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86000">
                    <a:schemeClr val="bg1">
                      <a:lumMod val="75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bg1">
                    <a:lumMod val="9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20F0EEDD-4E36-BEE2-3B7A-F063F0789212}"/>
                </a:ext>
              </a:extLst>
            </p:cNvPr>
            <p:cNvSpPr txBox="1"/>
            <p:nvPr/>
          </p:nvSpPr>
          <p:spPr>
            <a:xfrm>
              <a:off x="10104692" y="3749709"/>
              <a:ext cx="1669089" cy="25017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800" spc="30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LESSON PLAN</a:t>
              </a: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B8E27136-1C53-5B29-107B-0A8187425CD3}"/>
              </a:ext>
            </a:extLst>
          </p:cNvPr>
          <p:cNvGrpSpPr/>
          <p:nvPr/>
        </p:nvGrpSpPr>
        <p:grpSpPr>
          <a:xfrm>
            <a:off x="9302914" y="3064167"/>
            <a:ext cx="2222060" cy="513984"/>
            <a:chOff x="9822884" y="3564079"/>
            <a:chExt cx="2222060" cy="596830"/>
          </a:xfrm>
        </p:grpSpPr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CE75A444-A20C-1FDF-3DC8-3BCEA8B5DAA1}"/>
                </a:ext>
              </a:extLst>
            </p:cNvPr>
            <p:cNvSpPr/>
            <p:nvPr/>
          </p:nvSpPr>
          <p:spPr>
            <a:xfrm>
              <a:off x="9822884" y="3564079"/>
              <a:ext cx="2222060" cy="596830"/>
            </a:xfrm>
            <a:prstGeom prst="roundRect">
              <a:avLst>
                <a:gd name="adj" fmla="val 26401"/>
              </a:avLst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</a:schemeClr>
                </a:gs>
                <a:gs pos="12000">
                  <a:schemeClr val="tx1">
                    <a:lumMod val="85000"/>
                    <a:lumOff val="1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28575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86000">
                    <a:schemeClr val="bg1">
                      <a:lumMod val="75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bg1">
                    <a:lumMod val="9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068327DD-2B54-7E41-2999-8D4BE6B647F4}"/>
                </a:ext>
              </a:extLst>
            </p:cNvPr>
            <p:cNvSpPr txBox="1"/>
            <p:nvPr/>
          </p:nvSpPr>
          <p:spPr>
            <a:xfrm>
              <a:off x="10104692" y="3749709"/>
              <a:ext cx="1669089" cy="25017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800" spc="30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TIMETABLE</a:t>
              </a:r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43DC380A-AF13-CAB5-9C8E-3043D87F2DB3}"/>
              </a:ext>
            </a:extLst>
          </p:cNvPr>
          <p:cNvGrpSpPr/>
          <p:nvPr/>
        </p:nvGrpSpPr>
        <p:grpSpPr>
          <a:xfrm>
            <a:off x="9302914" y="3734264"/>
            <a:ext cx="2222060" cy="513984"/>
            <a:chOff x="9822884" y="3564079"/>
            <a:chExt cx="2222060" cy="596830"/>
          </a:xfrm>
        </p:grpSpPr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7F3A831D-6D60-04CB-8A51-3D107E3FEEC3}"/>
                </a:ext>
              </a:extLst>
            </p:cNvPr>
            <p:cNvSpPr/>
            <p:nvPr/>
          </p:nvSpPr>
          <p:spPr>
            <a:xfrm>
              <a:off x="9822884" y="3564079"/>
              <a:ext cx="2222060" cy="596830"/>
            </a:xfrm>
            <a:prstGeom prst="roundRect">
              <a:avLst>
                <a:gd name="adj" fmla="val 26401"/>
              </a:avLst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</a:schemeClr>
                </a:gs>
                <a:gs pos="12000">
                  <a:schemeClr val="tx1">
                    <a:lumMod val="85000"/>
                    <a:lumOff val="1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28575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86000">
                    <a:schemeClr val="bg1">
                      <a:lumMod val="75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bg1">
                    <a:lumMod val="9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8804CDE4-BEA3-D4C9-0111-F1265D4EE330}"/>
                </a:ext>
              </a:extLst>
            </p:cNvPr>
            <p:cNvSpPr txBox="1"/>
            <p:nvPr/>
          </p:nvSpPr>
          <p:spPr>
            <a:xfrm>
              <a:off x="10104692" y="3678233"/>
              <a:ext cx="1669089" cy="393123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800" spc="30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INSTRUCTOR NOTES</a:t>
              </a: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EFCAFD67-22E4-9489-183C-CEAA8AF729BA}"/>
              </a:ext>
            </a:extLst>
          </p:cNvPr>
          <p:cNvGrpSpPr/>
          <p:nvPr/>
        </p:nvGrpSpPr>
        <p:grpSpPr>
          <a:xfrm>
            <a:off x="9308044" y="5081548"/>
            <a:ext cx="2222060" cy="513984"/>
            <a:chOff x="9822884" y="3564079"/>
            <a:chExt cx="2222060" cy="596830"/>
          </a:xfrm>
        </p:grpSpPr>
        <p:sp>
          <p:nvSpPr>
            <p:cNvPr id="122" name="Rectangle: Rounded Corners 121">
              <a:extLst>
                <a:ext uri="{FF2B5EF4-FFF2-40B4-BE49-F238E27FC236}">
                  <a16:creationId xmlns:a16="http://schemas.microsoft.com/office/drawing/2014/main" id="{A00B1E6F-706E-C0B9-5241-413CD60997B5}"/>
                </a:ext>
              </a:extLst>
            </p:cNvPr>
            <p:cNvSpPr/>
            <p:nvPr/>
          </p:nvSpPr>
          <p:spPr>
            <a:xfrm>
              <a:off x="9822884" y="3564079"/>
              <a:ext cx="2222060" cy="596830"/>
            </a:xfrm>
            <a:prstGeom prst="roundRect">
              <a:avLst>
                <a:gd name="adj" fmla="val 26401"/>
              </a:avLst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</a:schemeClr>
                </a:gs>
                <a:gs pos="12000">
                  <a:schemeClr val="tx1">
                    <a:lumMod val="85000"/>
                    <a:lumOff val="1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28575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86000">
                    <a:schemeClr val="bg1">
                      <a:lumMod val="75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bg1">
                    <a:lumMod val="9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D3054D67-B0BD-5FED-4822-EAB3EF0FA629}"/>
                </a:ext>
              </a:extLst>
            </p:cNvPr>
            <p:cNvSpPr txBox="1"/>
            <p:nvPr/>
          </p:nvSpPr>
          <p:spPr>
            <a:xfrm>
              <a:off x="10104692" y="3678233"/>
              <a:ext cx="1669089" cy="393123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800" spc="30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INFORMATION SHEET</a:t>
              </a:r>
            </a:p>
          </p:txBody>
        </p:sp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9F6AC92B-DA71-D3C5-2B70-88CDF6F53969}"/>
              </a:ext>
            </a:extLst>
          </p:cNvPr>
          <p:cNvGrpSpPr/>
          <p:nvPr/>
        </p:nvGrpSpPr>
        <p:grpSpPr>
          <a:xfrm>
            <a:off x="9302914" y="4410071"/>
            <a:ext cx="2222060" cy="513984"/>
            <a:chOff x="9822884" y="3564079"/>
            <a:chExt cx="2222060" cy="596830"/>
          </a:xfrm>
        </p:grpSpPr>
        <p:sp>
          <p:nvSpPr>
            <p:cNvPr id="125" name="Rectangle: Rounded Corners 124">
              <a:extLst>
                <a:ext uri="{FF2B5EF4-FFF2-40B4-BE49-F238E27FC236}">
                  <a16:creationId xmlns:a16="http://schemas.microsoft.com/office/drawing/2014/main" id="{6A480677-F68A-ADF3-3734-CB5CDD2FFB12}"/>
                </a:ext>
              </a:extLst>
            </p:cNvPr>
            <p:cNvSpPr/>
            <p:nvPr/>
          </p:nvSpPr>
          <p:spPr>
            <a:xfrm>
              <a:off x="9822884" y="3564079"/>
              <a:ext cx="2222060" cy="596830"/>
            </a:xfrm>
            <a:prstGeom prst="roundRect">
              <a:avLst>
                <a:gd name="adj" fmla="val 26401"/>
              </a:avLst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</a:schemeClr>
                </a:gs>
                <a:gs pos="12000">
                  <a:schemeClr val="tx1">
                    <a:lumMod val="85000"/>
                    <a:lumOff val="15000"/>
                  </a:schemeClr>
                </a:gs>
                <a:gs pos="97000">
                  <a:schemeClr val="tx1">
                    <a:lumMod val="95000"/>
                    <a:lumOff val="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28575" cap="sq">
              <a:gradFill flip="none" rotWithShape="1">
                <a:gsLst>
                  <a:gs pos="0">
                    <a:schemeClr val="accent5">
                      <a:lumMod val="0"/>
                      <a:lumOff val="100000"/>
                    </a:schemeClr>
                  </a:gs>
                  <a:gs pos="86000">
                    <a:schemeClr val="bg1">
                      <a:lumMod val="75000"/>
                    </a:schemeClr>
                  </a:gs>
                  <a:gs pos="100000">
                    <a:schemeClr val="bg1">
                      <a:lumMod val="50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000" dirty="0">
                <a:solidFill>
                  <a:schemeClr val="bg1">
                    <a:lumMod val="9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75E3797D-5AD4-CE00-BC04-55DF7F21A41B}"/>
                </a:ext>
              </a:extLst>
            </p:cNvPr>
            <p:cNvSpPr txBox="1"/>
            <p:nvPr/>
          </p:nvSpPr>
          <p:spPr>
            <a:xfrm>
              <a:off x="10104692" y="3749709"/>
              <a:ext cx="1669089" cy="25017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GB" sz="800" spc="300" dirty="0">
                  <a:solidFill>
                    <a:schemeClr val="bg1">
                      <a:lumMod val="9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EXAM</a:t>
              </a:r>
              <a:endParaRPr lang="en-GB" sz="11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</p:grp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04A577C7-E226-DB60-857B-61173BAEFBCE}"/>
              </a:ext>
            </a:extLst>
          </p:cNvPr>
          <p:cNvSpPr/>
          <p:nvPr/>
        </p:nvSpPr>
        <p:spPr>
          <a:xfrm>
            <a:off x="8976742" y="842901"/>
            <a:ext cx="2857290" cy="4835038"/>
          </a:xfrm>
          <a:prstGeom prst="roundRect">
            <a:avLst>
              <a:gd name="adj" fmla="val 10449"/>
            </a:avLst>
          </a:prstGeom>
          <a:noFill/>
          <a:ln w="28575" cap="sq">
            <a:gradFill flip="none" rotWithShape="1">
              <a:gsLst>
                <a:gs pos="0">
                  <a:schemeClr val="accent5">
                    <a:lumMod val="0"/>
                    <a:lumOff val="100000"/>
                  </a:schemeClr>
                </a:gs>
                <a:gs pos="21000">
                  <a:schemeClr val="accent5">
                    <a:lumMod val="0"/>
                    <a:lumOff val="100000"/>
                  </a:schemeClr>
                </a:gs>
                <a:gs pos="100000">
                  <a:schemeClr val="accent5">
                    <a:lumMod val="10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70186D1-32D0-4B04-09EE-151D4A80ABED}"/>
              </a:ext>
            </a:extLst>
          </p:cNvPr>
          <p:cNvSpPr txBox="1"/>
          <p:nvPr/>
        </p:nvSpPr>
        <p:spPr>
          <a:xfrm>
            <a:off x="9901207" y="835176"/>
            <a:ext cx="98907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spc="3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GENERATE</a:t>
            </a:r>
          </a:p>
        </p:txBody>
      </p:sp>
    </p:spTree>
    <p:extLst>
      <p:ext uri="{BB962C8B-B14F-4D97-AF65-F5344CB8AC3E}">
        <p14:creationId xmlns:p14="http://schemas.microsoft.com/office/powerpoint/2010/main" val="2651925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</TotalTime>
  <Words>105</Words>
  <Application>Microsoft Office PowerPoint</Application>
  <PresentationFormat>Widescreen</PresentationFormat>
  <Paragraphs>44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Cascadia Code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Dodds</dc:creator>
  <cp:lastModifiedBy>Matthew Dodds</cp:lastModifiedBy>
  <cp:revision>1</cp:revision>
  <dcterms:created xsi:type="dcterms:W3CDTF">2025-11-29T21:31:12Z</dcterms:created>
  <dcterms:modified xsi:type="dcterms:W3CDTF">2025-11-29T21:37:30Z</dcterms:modified>
</cp:coreProperties>
</file>